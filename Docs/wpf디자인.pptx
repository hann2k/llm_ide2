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1" autoAdjust="0"/>
    <p:restoredTop sz="94660"/>
  </p:normalViewPr>
  <p:slideViewPr>
    <p:cSldViewPr snapToGrid="0" showGuides="1">
      <p:cViewPr varScale="1">
        <p:scale>
          <a:sx n="90" d="100"/>
          <a:sy n="90" d="100"/>
        </p:scale>
        <p:origin x="72" y="70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5AFB5-6479-40D5-B8DC-E45C2C92AC9C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D3CA3-1EA8-4E9A-9A48-8869BFA1D2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79440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5AFB5-6479-40D5-B8DC-E45C2C92AC9C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D3CA3-1EA8-4E9A-9A48-8869BFA1D2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8235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5AFB5-6479-40D5-B8DC-E45C2C92AC9C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D3CA3-1EA8-4E9A-9A48-8869BFA1D2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5154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5AFB5-6479-40D5-B8DC-E45C2C92AC9C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D3CA3-1EA8-4E9A-9A48-8869BFA1D2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0806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5AFB5-6479-40D5-B8DC-E45C2C92AC9C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D3CA3-1EA8-4E9A-9A48-8869BFA1D2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56620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5AFB5-6479-40D5-B8DC-E45C2C92AC9C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D3CA3-1EA8-4E9A-9A48-8869BFA1D2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22810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5AFB5-6479-40D5-B8DC-E45C2C92AC9C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D3CA3-1EA8-4E9A-9A48-8869BFA1D2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3894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5AFB5-6479-40D5-B8DC-E45C2C92AC9C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D3CA3-1EA8-4E9A-9A48-8869BFA1D2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22971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5AFB5-6479-40D5-B8DC-E45C2C92AC9C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D3CA3-1EA8-4E9A-9A48-8869BFA1D2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56307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5AFB5-6479-40D5-B8DC-E45C2C92AC9C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D3CA3-1EA8-4E9A-9A48-8869BFA1D2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97768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5AFB5-6479-40D5-B8DC-E45C2C92AC9C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D3CA3-1EA8-4E9A-9A48-8869BFA1D2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4176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65AFB5-6479-40D5-B8DC-E45C2C92AC9C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7D3CA3-1EA8-4E9A-9A48-8869BFA1D2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57863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2310809" y="1531088"/>
            <a:ext cx="6003851" cy="391986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985284" y="1531088"/>
            <a:ext cx="1807535" cy="391986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091694" y="1677548"/>
            <a:ext cx="160197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/>
              <a:t>프로젝트목록</a:t>
            </a:r>
            <a:endParaRPr lang="en-US" altLang="ko-KR" sz="1100" dirty="0" smtClean="0"/>
          </a:p>
          <a:p>
            <a:endParaRPr lang="en-US" altLang="ko-KR" sz="1100" dirty="0"/>
          </a:p>
          <a:p>
            <a:r>
              <a:rPr lang="ko-KR" altLang="en-US" sz="1100" dirty="0" smtClean="0"/>
              <a:t>리스트로 구현</a:t>
            </a:r>
            <a:endParaRPr lang="en-US" altLang="ko-KR" sz="1100" dirty="0" smtClean="0"/>
          </a:p>
          <a:p>
            <a:endParaRPr lang="en-US" altLang="ko-KR" sz="1100" dirty="0"/>
          </a:p>
          <a:p>
            <a:r>
              <a:rPr lang="ko-KR" altLang="en-US" sz="1100" dirty="0" smtClean="0"/>
              <a:t>프로젝트를 선택하면</a:t>
            </a:r>
            <a:r>
              <a:rPr lang="en-US" altLang="ko-KR" sz="1100" dirty="0" smtClean="0"/>
              <a:t>, </a:t>
            </a:r>
            <a:r>
              <a:rPr lang="ko-KR" altLang="en-US" sz="1100" dirty="0" err="1" smtClean="0"/>
              <a:t>대화목록과</a:t>
            </a:r>
            <a:r>
              <a:rPr lang="ko-KR" altLang="en-US" sz="1100" dirty="0" smtClean="0"/>
              <a:t> </a:t>
            </a:r>
            <a:r>
              <a:rPr lang="ko-KR" altLang="en-US" sz="1100" dirty="0" err="1" smtClean="0"/>
              <a:t>아티팩트</a:t>
            </a:r>
            <a:r>
              <a:rPr lang="ko-KR" altLang="en-US" sz="1100" dirty="0" smtClean="0"/>
              <a:t> 목록이 그에 맞추어 변경된다</a:t>
            </a:r>
            <a:r>
              <a:rPr lang="en-US" altLang="ko-KR" sz="1100" dirty="0" smtClean="0"/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48231" y="1656333"/>
            <a:ext cx="2339102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 smtClean="0"/>
              <a:t>선택된 대화 목록</a:t>
            </a:r>
            <a:endParaRPr lang="en-US" altLang="ko-KR" sz="1100" dirty="0" smtClean="0"/>
          </a:p>
          <a:p>
            <a:endParaRPr lang="en-US" altLang="ko-KR" sz="1100" dirty="0"/>
          </a:p>
          <a:p>
            <a:r>
              <a:rPr lang="ko-KR" altLang="en-US" sz="1100" dirty="0" smtClean="0"/>
              <a:t>대화 목록이 시간대별로 나열된다</a:t>
            </a:r>
            <a:r>
              <a:rPr lang="en-US" altLang="ko-KR" sz="1100" dirty="0" smtClean="0"/>
              <a:t>.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8314660" y="1531088"/>
            <a:ext cx="1807535" cy="391986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8314660" y="1679945"/>
            <a:ext cx="3310270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err="1" smtClean="0"/>
              <a:t>아티팩트</a:t>
            </a:r>
            <a:r>
              <a:rPr lang="ko-KR" altLang="en-US" sz="1100" dirty="0" smtClean="0"/>
              <a:t> 목록</a:t>
            </a:r>
            <a:r>
              <a:rPr lang="en-US" altLang="ko-KR" sz="1100" dirty="0" smtClean="0"/>
              <a:t/>
            </a:r>
            <a:br>
              <a:rPr lang="en-US" altLang="ko-KR" sz="1100" dirty="0" smtClean="0"/>
            </a:br>
            <a:r>
              <a:rPr lang="en-US" altLang="ko-KR" sz="1100" dirty="0" smtClean="0"/>
              <a:t/>
            </a:r>
            <a:br>
              <a:rPr lang="en-US" altLang="ko-KR" sz="1100" dirty="0" smtClean="0"/>
            </a:br>
            <a:r>
              <a:rPr lang="ko-KR" altLang="en-US" sz="1100" dirty="0" smtClean="0"/>
              <a:t>해당 대화에 포함된 </a:t>
            </a:r>
            <a:r>
              <a:rPr lang="ko-KR" altLang="en-US" sz="1100" dirty="0" err="1" smtClean="0"/>
              <a:t>아티팩트</a:t>
            </a:r>
            <a:r>
              <a:rPr lang="ko-KR" altLang="en-US" sz="1100" dirty="0" smtClean="0"/>
              <a:t> 목록을 보여준다</a:t>
            </a:r>
            <a:r>
              <a:rPr lang="en-US" altLang="ko-KR" sz="1100" dirty="0" smtClean="0"/>
              <a:t>.</a:t>
            </a:r>
          </a:p>
          <a:p>
            <a:r>
              <a:rPr lang="ko-KR" altLang="en-US" sz="1100" dirty="0" smtClean="0"/>
              <a:t>클릭하면 별도 창으로 표시된다</a:t>
            </a:r>
            <a:r>
              <a:rPr lang="en-US" altLang="ko-KR" sz="1100" dirty="0" smtClean="0"/>
              <a:t>. </a:t>
            </a:r>
          </a:p>
          <a:p>
            <a:r>
              <a:rPr lang="en-US" altLang="ko-KR" sz="1100" dirty="0" smtClean="0"/>
              <a:t>&lt;</a:t>
            </a:r>
            <a:r>
              <a:rPr lang="ko-KR" altLang="en-US" sz="1100" dirty="0" err="1" smtClean="0"/>
              <a:t>편집금지</a:t>
            </a:r>
            <a:r>
              <a:rPr lang="en-US" altLang="ko-KR" sz="1100" dirty="0" smtClean="0"/>
              <a:t>, </a:t>
            </a:r>
            <a:r>
              <a:rPr lang="ko-KR" altLang="en-US" sz="1100" dirty="0" smtClean="0"/>
              <a:t>복사 버튼 있음</a:t>
            </a:r>
            <a:r>
              <a:rPr lang="en-US" altLang="ko-KR" sz="1100" dirty="0" smtClean="0"/>
              <a:t>&gt;</a:t>
            </a:r>
          </a:p>
        </p:txBody>
      </p:sp>
      <p:cxnSp>
        <p:nvCxnSpPr>
          <p:cNvPr id="13" name="직선 화살표 연결선 12"/>
          <p:cNvCxnSpPr/>
          <p:nvPr/>
        </p:nvCxnSpPr>
        <p:spPr>
          <a:xfrm>
            <a:off x="8179980" y="1598426"/>
            <a:ext cx="0" cy="3785191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148929" y="4969938"/>
            <a:ext cx="10310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 smtClean="0"/>
              <a:t>자동스크롤바</a:t>
            </a:r>
            <a:endParaRPr lang="en-US" altLang="ko-KR" sz="1100" dirty="0" smtClean="0"/>
          </a:p>
        </p:txBody>
      </p:sp>
      <p:sp>
        <p:nvSpPr>
          <p:cNvPr id="15" name="직사각형 14"/>
          <p:cNvSpPr/>
          <p:nvPr/>
        </p:nvSpPr>
        <p:spPr>
          <a:xfrm>
            <a:off x="985285" y="1195051"/>
            <a:ext cx="9136910" cy="33603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1034903" y="1231657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 smtClean="0"/>
              <a:t>프로젝트</a:t>
            </a:r>
            <a:endParaRPr lang="ko-KR" altLang="en-US" sz="1200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2048309" y="1231657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 smtClean="0"/>
              <a:t>편집</a:t>
            </a:r>
            <a:endParaRPr lang="ko-KR" altLang="en-US" sz="1200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3122196" y="2545518"/>
            <a:ext cx="7232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/>
              <a:t>중요도</a:t>
            </a:r>
            <a:endParaRPr lang="en-US" altLang="ko-KR" sz="1400" dirty="0" smtClean="0"/>
          </a:p>
          <a:p>
            <a:r>
              <a:rPr lang="en-US" altLang="ko-KR" sz="1400" dirty="0" smtClean="0"/>
              <a:t>(0~10)</a:t>
            </a:r>
            <a:endParaRPr lang="ko-KR" altLang="en-US" sz="1400" dirty="0"/>
          </a:p>
        </p:txBody>
      </p:sp>
      <p:sp>
        <p:nvSpPr>
          <p:cNvPr id="19" name="TextBox 18"/>
          <p:cNvSpPr txBox="1"/>
          <p:nvPr/>
        </p:nvSpPr>
        <p:spPr>
          <a:xfrm>
            <a:off x="4325903" y="2545518"/>
            <a:ext cx="90281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[</a:t>
            </a:r>
            <a:r>
              <a:rPr lang="ko-KR" altLang="en-US" sz="1400" dirty="0" smtClean="0"/>
              <a:t>일시</a:t>
            </a:r>
            <a:r>
              <a:rPr lang="en-US" altLang="ko-KR" sz="1400" dirty="0" smtClean="0"/>
              <a:t>]</a:t>
            </a:r>
          </a:p>
          <a:p>
            <a:r>
              <a:rPr lang="ko-KR" altLang="en-US" sz="1400" dirty="0" smtClean="0"/>
              <a:t>사용자</a:t>
            </a:r>
            <a:r>
              <a:rPr lang="en-US" altLang="ko-KR" sz="1400" dirty="0" smtClean="0"/>
              <a:t/>
            </a:r>
            <a:br>
              <a:rPr lang="en-US" altLang="ko-KR" sz="1400" dirty="0" smtClean="0"/>
            </a:br>
            <a:r>
              <a:rPr lang="ko-KR" altLang="en-US" sz="1400" dirty="0" err="1" smtClean="0"/>
              <a:t>발화내용</a:t>
            </a:r>
            <a:endParaRPr lang="ko-KR" altLang="en-US" sz="1400" dirty="0"/>
          </a:p>
        </p:txBody>
      </p:sp>
      <p:sp>
        <p:nvSpPr>
          <p:cNvPr id="20" name="TextBox 19"/>
          <p:cNvSpPr txBox="1"/>
          <p:nvPr/>
        </p:nvSpPr>
        <p:spPr>
          <a:xfrm>
            <a:off x="5899521" y="2545518"/>
            <a:ext cx="1433406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LLM</a:t>
            </a:r>
          </a:p>
          <a:p>
            <a:r>
              <a:rPr lang="ko-KR" altLang="en-US" sz="1400" dirty="0" err="1" smtClean="0"/>
              <a:t>응답내용</a:t>
            </a:r>
            <a:endParaRPr lang="en-US" altLang="ko-KR" sz="1400" dirty="0" smtClean="0"/>
          </a:p>
          <a:p>
            <a:r>
              <a:rPr lang="en-US" altLang="ko-KR" sz="1400" dirty="0" smtClean="0"/>
              <a:t>(</a:t>
            </a:r>
            <a:r>
              <a:rPr lang="ko-KR" altLang="en-US" sz="1400" dirty="0" err="1" smtClean="0"/>
              <a:t>마크다운</a:t>
            </a:r>
            <a:r>
              <a:rPr lang="ko-KR" altLang="en-US" sz="1400" dirty="0" smtClean="0"/>
              <a:t> 포맷</a:t>
            </a:r>
            <a:r>
              <a:rPr lang="en-US" altLang="ko-KR" sz="1400" dirty="0" smtClean="0"/>
              <a:t>)</a:t>
            </a:r>
            <a:endParaRPr lang="ko-KR" altLang="en-US" sz="1400" dirty="0"/>
          </a:p>
        </p:txBody>
      </p:sp>
      <p:cxnSp>
        <p:nvCxnSpPr>
          <p:cNvPr id="22" name="직선 연결선 21"/>
          <p:cNvCxnSpPr/>
          <p:nvPr/>
        </p:nvCxnSpPr>
        <p:spPr>
          <a:xfrm>
            <a:off x="4061637" y="1508656"/>
            <a:ext cx="0" cy="39423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/>
          <p:cNvCxnSpPr/>
          <p:nvPr/>
        </p:nvCxnSpPr>
        <p:spPr>
          <a:xfrm>
            <a:off x="5585637" y="1508656"/>
            <a:ext cx="0" cy="39423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/>
          <p:nvPr/>
        </p:nvCxnSpPr>
        <p:spPr>
          <a:xfrm>
            <a:off x="2792819" y="2381692"/>
            <a:ext cx="552184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/>
          <p:cNvCxnSpPr/>
          <p:nvPr/>
        </p:nvCxnSpPr>
        <p:spPr>
          <a:xfrm>
            <a:off x="2792819" y="3429000"/>
            <a:ext cx="552184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/>
          <p:cNvCxnSpPr/>
          <p:nvPr/>
        </p:nvCxnSpPr>
        <p:spPr>
          <a:xfrm>
            <a:off x="2792819" y="4194544"/>
            <a:ext cx="552184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78957" y="5743879"/>
            <a:ext cx="97577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사용자 </a:t>
            </a:r>
            <a:r>
              <a:rPr lang="ko-KR" altLang="en-US" dirty="0" err="1" smtClean="0"/>
              <a:t>입력창은</a:t>
            </a:r>
            <a:r>
              <a:rPr lang="ko-KR" altLang="en-US" dirty="0" smtClean="0"/>
              <a:t> </a:t>
            </a:r>
            <a:r>
              <a:rPr lang="en-US" altLang="ko-KR" dirty="0"/>
              <a:t>[</a:t>
            </a:r>
            <a:r>
              <a:rPr lang="ko-KR" altLang="en-US" dirty="0" err="1" smtClean="0"/>
              <a:t>엔터</a:t>
            </a:r>
            <a:r>
              <a:rPr lang="en-US" altLang="ko-KR" dirty="0" smtClean="0"/>
              <a:t>]</a:t>
            </a:r>
            <a:r>
              <a:rPr lang="ko-KR" altLang="en-US" dirty="0" smtClean="0"/>
              <a:t>키를 누르면 나타나고</a:t>
            </a:r>
            <a:r>
              <a:rPr lang="en-US" altLang="ko-KR" dirty="0" smtClean="0"/>
              <a:t>, </a:t>
            </a:r>
            <a:r>
              <a:rPr lang="ko-KR" altLang="en-US" dirty="0" smtClean="0"/>
              <a:t>입력된 상태에서 </a:t>
            </a:r>
            <a:r>
              <a:rPr lang="ko-KR" altLang="en-US" dirty="0" err="1" smtClean="0"/>
              <a:t>엔터키를</a:t>
            </a:r>
            <a:r>
              <a:rPr lang="ko-KR" altLang="en-US" dirty="0" smtClean="0"/>
              <a:t> 누르면 </a:t>
            </a:r>
            <a:r>
              <a:rPr lang="en-US" altLang="ko-KR" dirty="0" smtClean="0"/>
              <a:t>LLM</a:t>
            </a:r>
            <a:r>
              <a:rPr lang="ko-KR" altLang="en-US" dirty="0" smtClean="0"/>
              <a:t>에 입력</a:t>
            </a:r>
            <a:r>
              <a:rPr lang="en-US" altLang="ko-KR" dirty="0" smtClean="0"/>
              <a:t>.</a:t>
            </a:r>
            <a:br>
              <a:rPr lang="en-US" altLang="ko-KR" dirty="0" smtClean="0"/>
            </a:br>
            <a:r>
              <a:rPr lang="ko-KR" altLang="en-US" dirty="0" smtClean="0"/>
              <a:t>입력에 성공하거나</a:t>
            </a:r>
            <a:r>
              <a:rPr lang="en-US" altLang="ko-KR" dirty="0" smtClean="0"/>
              <a:t>, </a:t>
            </a:r>
            <a:r>
              <a:rPr lang="ko-KR" altLang="en-US" dirty="0" smtClean="0"/>
              <a:t>전송하지 않고 </a:t>
            </a:r>
            <a:r>
              <a:rPr lang="en-US" altLang="ko-KR" dirty="0" smtClean="0"/>
              <a:t>[ESC]</a:t>
            </a:r>
            <a:r>
              <a:rPr lang="ko-KR" altLang="en-US" dirty="0" smtClean="0"/>
              <a:t>키를 누르면 사라진다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다시 </a:t>
            </a:r>
            <a:r>
              <a:rPr lang="en-US" altLang="ko-KR" dirty="0" smtClean="0"/>
              <a:t>[</a:t>
            </a:r>
            <a:r>
              <a:rPr lang="ko-KR" altLang="en-US" dirty="0" err="1" smtClean="0"/>
              <a:t>엔터</a:t>
            </a:r>
            <a:r>
              <a:rPr lang="en-US" altLang="ko-KR" dirty="0" smtClean="0"/>
              <a:t>] </a:t>
            </a:r>
            <a:r>
              <a:rPr lang="ko-KR" altLang="en-US" dirty="0" smtClean="0"/>
              <a:t>누르면 나타난다</a:t>
            </a:r>
            <a:r>
              <a:rPr lang="en-US" altLang="ko-KR" dirty="0" smtClean="0"/>
              <a:t>.</a:t>
            </a:r>
            <a:br>
              <a:rPr lang="en-US" altLang="ko-KR" dirty="0" smtClean="0"/>
            </a:br>
            <a:r>
              <a:rPr lang="ko-KR" altLang="en-US" dirty="0" smtClean="0"/>
              <a:t>입력에 성공하면 데이터 삭제</a:t>
            </a:r>
            <a:r>
              <a:rPr lang="en-US" altLang="ko-KR" dirty="0" smtClean="0"/>
              <a:t>, </a:t>
            </a:r>
            <a:r>
              <a:rPr lang="ko-KR" altLang="en-US" dirty="0" smtClean="0"/>
              <a:t>전송하지 않았으면 데이터를 유지한다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1013638" y="402259"/>
            <a:ext cx="8002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생성</a:t>
            </a:r>
            <a:endParaRPr lang="en-US" altLang="ko-KR" sz="1200" dirty="0" smtClean="0"/>
          </a:p>
          <a:p>
            <a:r>
              <a:rPr lang="ko-KR" altLang="en-US" sz="1200" dirty="0" smtClean="0"/>
              <a:t>이름변경</a:t>
            </a:r>
            <a:endParaRPr lang="en-US" altLang="ko-KR" sz="1200" dirty="0" smtClean="0"/>
          </a:p>
          <a:p>
            <a:r>
              <a:rPr lang="ko-KR" altLang="en-US" sz="1200" dirty="0" smtClean="0"/>
              <a:t>삭제</a:t>
            </a:r>
            <a:endParaRPr lang="ko-KR" altLang="en-US" sz="1200" dirty="0"/>
          </a:p>
        </p:txBody>
      </p:sp>
      <p:sp>
        <p:nvSpPr>
          <p:cNvPr id="31" name="TextBox 30"/>
          <p:cNvSpPr txBox="1"/>
          <p:nvPr/>
        </p:nvSpPr>
        <p:spPr>
          <a:xfrm>
            <a:off x="2140642" y="266761"/>
            <a:ext cx="156324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err="1" smtClean="0"/>
              <a:t>아티팩트</a:t>
            </a:r>
            <a:r>
              <a:rPr lang="ko-KR" altLang="en-US" sz="1200" dirty="0" smtClean="0"/>
              <a:t> 룰</a:t>
            </a:r>
            <a:endParaRPr lang="en-US" altLang="ko-KR" sz="1200" dirty="0" smtClean="0"/>
          </a:p>
          <a:p>
            <a:r>
              <a:rPr lang="ko-KR" altLang="en-US" sz="1200" dirty="0" smtClean="0"/>
              <a:t>압축 룰</a:t>
            </a:r>
            <a:endParaRPr lang="en-US" altLang="ko-KR" sz="1200" dirty="0" smtClean="0"/>
          </a:p>
          <a:p>
            <a:r>
              <a:rPr lang="ko-KR" altLang="en-US" sz="1200" dirty="0" smtClean="0"/>
              <a:t>기타정책편집</a:t>
            </a:r>
            <a:r>
              <a:rPr lang="en-US" altLang="ko-KR" sz="1200" dirty="0" smtClean="0"/>
              <a:t>…</a:t>
            </a:r>
          </a:p>
          <a:p>
            <a:r>
              <a:rPr lang="en-US" altLang="ko-KR" sz="1200" dirty="0" smtClean="0"/>
              <a:t>(</a:t>
            </a:r>
            <a:r>
              <a:rPr lang="ko-KR" altLang="en-US" sz="1200" dirty="0" smtClean="0"/>
              <a:t>목록을 </a:t>
            </a:r>
            <a:r>
              <a:rPr lang="ko-KR" altLang="en-US" sz="1200" dirty="0" err="1" smtClean="0"/>
              <a:t>다보여줄것</a:t>
            </a:r>
            <a:r>
              <a:rPr lang="en-US" altLang="ko-KR" sz="1200" dirty="0" smtClean="0"/>
              <a:t>)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7342694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70</Words>
  <Application>Microsoft Office PowerPoint</Application>
  <PresentationFormat>와이드스크린</PresentationFormat>
  <Paragraphs>29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3</cp:revision>
  <dcterms:created xsi:type="dcterms:W3CDTF">2026-06-07T15:16:03Z</dcterms:created>
  <dcterms:modified xsi:type="dcterms:W3CDTF">2026-06-07T15:38:54Z</dcterms:modified>
</cp:coreProperties>
</file>